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637A0AE-1658-4401-8912-F6985E8D0F0F}" v="201" dt="2026-02-27T17:49:14.4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D11CC-1717-0638-5940-784366CA90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Name: </a:t>
            </a:r>
            <a:r>
              <a:rPr lang="en-US" err="1">
                <a:ea typeface="Calibri"/>
                <a:cs typeface="Calibri"/>
              </a:rPr>
              <a:t>محمد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خير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ناصر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العاسمي</a:t>
            </a: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Project: Game 2D</a:t>
            </a:r>
            <a:br>
              <a:rPr lang="en-US" dirty="0">
                <a:ea typeface="Calibri"/>
                <a:cs typeface="Calibri"/>
              </a:rPr>
            </a:br>
            <a:br>
              <a:rPr lang="en-US" dirty="0">
                <a:ea typeface="Calibri"/>
                <a:cs typeface="Calibri"/>
              </a:rPr>
            </a:br>
            <a:r>
              <a:rPr lang="en-US" dirty="0">
                <a:ea typeface="Calibri"/>
                <a:cs typeface="Calibri"/>
              </a:rPr>
              <a:t>       </a:t>
            </a:r>
            <a:r>
              <a:rPr lang="en-US" err="1">
                <a:ea typeface="Calibri"/>
                <a:cs typeface="Calibri"/>
              </a:rPr>
              <a:t>dr.TahaElharir</a:t>
            </a:r>
            <a:endParaRPr lang="en-US">
              <a:ea typeface="Calibri"/>
              <a:cs typeface="Calibri"/>
            </a:endParaRPr>
          </a:p>
        </p:txBody>
      </p:sp>
      <p:pic>
        <p:nvPicPr>
          <p:cNvPr id="5" name="Picture 4" descr="A blue circle with white text and a book&#10;&#10;AI-generated content may be incorrect.">
            <a:extLst>
              <a:ext uri="{FF2B5EF4-FFF2-40B4-BE49-F238E27FC236}">
                <a16:creationId xmlns:a16="http://schemas.microsoft.com/office/drawing/2014/main" id="{3CD79A90-981F-434E-7469-0FE39A618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157" y="0"/>
            <a:ext cx="3977436" cy="3977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067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 Game 2D </a:t>
            </a:r>
            <a:r>
              <a:rPr lang="en-US" dirty="0" err="1"/>
              <a:t>شرح</a:t>
            </a:r>
            <a:r>
              <a:rPr lang="en-US" dirty="0"/>
              <a:t> </a:t>
            </a:r>
            <a:r>
              <a:rPr lang="en-US" dirty="0" err="1"/>
              <a:t>عن</a:t>
            </a:r>
            <a:r>
              <a:rPr lang="en-US" dirty="0"/>
              <a:t> </a:t>
            </a:r>
            <a:r>
              <a:rPr lang="en-US" dirty="0" err="1"/>
              <a:t>مشروع</a:t>
            </a:r>
            <a:endParaRPr lang="en-US" dirty="0" err="1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المشروع عبارة عن لعبة بسيطة ثنائية الأبعاد.</a:t>
            </a:r>
          </a:p>
          <a:p>
            <a:r>
              <a:t>تحتوي على:</a:t>
            </a:r>
          </a:p>
          <a:p>
            <a:r>
              <a:t>- خلفية سماء</a:t>
            </a:r>
          </a:p>
          <a:p>
            <a:r>
              <a:t>- أرض</a:t>
            </a:r>
          </a:p>
          <a:p>
            <a:r>
              <a:t>- شخصية (مستطيل + مربع)</a:t>
            </a:r>
          </a:p>
          <a:p>
            <a:r>
              <a:t>- حركة يمين ويسار وقفز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المكتبات المستخدمة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#include &lt;glew.h&gt;</a:t>
            </a:r>
          </a:p>
          <a:p>
            <a:r>
              <a:t>#include &lt;glfw3.h&gt;</a:t>
            </a:r>
          </a:p>
          <a:p>
            <a:endParaRPr/>
          </a:p>
          <a:p>
            <a:r>
              <a:t>GLFW: لإنشاء النافذة واستقبال الإدخال.</a:t>
            </a:r>
          </a:p>
          <a:p>
            <a:r>
              <a:t>GLEW: لإدارة دوال OpenGL الحديثة.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إعدادات الشاشة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unsigned int SCR_WIDTH = 800;</a:t>
            </a:r>
          </a:p>
          <a:p>
            <a:r>
              <a:t>const unsigned int SCR_HEIGHT = 600;</a:t>
            </a:r>
          </a:p>
          <a:p>
            <a:endParaRPr/>
          </a:p>
          <a:p>
            <a:r>
              <a:t>تحدد أبعاد نافذة اللعبة عند التشغيل.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الـ Vertex Shader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مسؤول عن تحديد مكان كل نقطة.</a:t>
            </a:r>
          </a:p>
          <a:p>
            <a:endParaRPr/>
          </a:p>
          <a:p>
            <a:r>
              <a:t>uniform vec2 offset;</a:t>
            </a:r>
          </a:p>
          <a:p>
            <a:endParaRPr/>
          </a:p>
          <a:p>
            <a:r>
              <a:t>يسمح بتحريك الشكل عبر إضافة إزاحة للموقع.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الـ Fragment Shader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مسؤول عن تحديد لون الشكل.</a:t>
            </a:r>
          </a:p>
          <a:p>
            <a:endParaRPr/>
          </a:p>
          <a:p>
            <a:r>
              <a:t>uniform vec4 shapeColor;</a:t>
            </a:r>
          </a:p>
          <a:p>
            <a:endParaRPr/>
          </a:p>
          <a:p>
            <a:r>
              <a:t>يمكن تغيير اللون من داخل كود C++.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إعدادات اللاعب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bodyWidth / bodyHeight</a:t>
            </a:r>
          </a:p>
          <a:p>
            <a:r>
              <a:t>headSize</a:t>
            </a:r>
          </a:p>
          <a:p>
            <a:r>
              <a:t>groundLevel</a:t>
            </a:r>
          </a:p>
          <a:p>
            <a:endParaRPr/>
          </a:p>
          <a:p>
            <a:r>
              <a:t>تحدد أبعاد الشخصية ومكان الأرض.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فيزياء القفز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velocityY → السرعة الرأسية</a:t>
            </a:r>
          </a:p>
          <a:p>
            <a:r>
              <a:t>gravity → الجاذبية</a:t>
            </a:r>
          </a:p>
          <a:p>
            <a:r>
              <a:t>jumpForce → قوة القفز</a:t>
            </a:r>
          </a:p>
          <a:p>
            <a:endParaRPr/>
          </a:p>
          <a:p>
            <a:r>
              <a:t>يتم تحديث الحركة كل إطار داخل حلقة الرسم.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معالجة الإدخال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glfwGetKey(window, GLFW_KEY_LEFT)</a:t>
            </a:r>
          </a:p>
          <a:p>
            <a:r>
              <a:t>glfwGetKey(window, GLFW_KEY_RIGHT)</a:t>
            </a:r>
          </a:p>
          <a:p>
            <a:r>
              <a:t>glfwGetKey(window, GLFW_KEY_SPACE)</a:t>
            </a:r>
          </a:p>
          <a:p>
            <a:endParaRPr/>
          </a:p>
          <a:p>
            <a:r>
              <a:t>للتحرك والقفز.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إنشاء الأرض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مصفوفة groundVertices</a:t>
            </a:r>
          </a:p>
          <a:p>
            <a:endParaRPr/>
          </a:p>
          <a:p>
            <a:r>
              <a:t>مرسومة باستخدام مثلثين (6 نقاط)</a:t>
            </a:r>
          </a:p>
          <a:p>
            <a:r>
              <a:t>وتغطي الجزء السفلي من الشاشة.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رسم الجسم والرأس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bodyVertices → مستطيل الجسم</a:t>
            </a:r>
          </a:p>
          <a:p>
            <a:r>
              <a:t>headVertices → مربع الرأس</a:t>
            </a:r>
          </a:p>
          <a:p>
            <a:endParaRPr/>
          </a:p>
          <a:p>
            <a:r>
              <a:t>يتم تحريكهما باستخدام uniform offset.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الحلقة الرئيسية (Game Loop)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while (!glfwWindowShouldClose(window))</a:t>
            </a:r>
          </a:p>
          <a:p>
            <a:endParaRPr/>
          </a:p>
          <a:p>
            <a:r>
              <a:t>1- قراءة الإدخال</a:t>
            </a:r>
          </a:p>
          <a:p>
            <a:r>
              <a:t>2- تحديث الفيزياء</a:t>
            </a:r>
          </a:p>
          <a:p>
            <a:r>
              <a:t>3- الرسم</a:t>
            </a:r>
          </a:p>
          <a:p>
            <a:r>
              <a:t>4- تبديل الإطارات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التصادم مع الأرض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(playerY &lt;= groundLevel + bodyHeight/2)</a:t>
            </a:r>
          </a:p>
          <a:p>
            <a:endParaRPr/>
          </a:p>
          <a:p>
            <a:r>
              <a:t>يمنع اللاعب من النزول داخل الأرض</a:t>
            </a:r>
          </a:p>
          <a:p>
            <a:r>
              <a:t>ويعيد تفعيل إمكانية القفز.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تنظيف الذاكرة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glDeleteVertexArrays</a:t>
            </a:r>
          </a:p>
          <a:p>
            <a:r>
              <a:t>glDeleteBuffers</a:t>
            </a:r>
          </a:p>
          <a:p>
            <a:r>
              <a:t>glDeleteProgram</a:t>
            </a:r>
          </a:p>
          <a:p>
            <a:r>
              <a:t>glfwTerminate();</a:t>
            </a:r>
          </a:p>
          <a:p>
            <a:endParaRPr/>
          </a:p>
          <a:p>
            <a:r>
              <a:t>لتحرير الموارد عند إغلاق اللعبة.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 Game 2D شرح عن مشروع</vt:lpstr>
      <vt:lpstr>المكتبات المستخدمة</vt:lpstr>
      <vt:lpstr>إعدادات الشاشة</vt:lpstr>
      <vt:lpstr>الـ Vertex Shader</vt:lpstr>
      <vt:lpstr>الـ Fragment Shader</vt:lpstr>
      <vt:lpstr>إعدادات اللاعب</vt:lpstr>
      <vt:lpstr>فيزياء القفز</vt:lpstr>
      <vt:lpstr>معالجة الإدخال</vt:lpstr>
      <vt:lpstr>إنشاء الأرض</vt:lpstr>
      <vt:lpstr>رسم الجسم والرأس</vt:lpstr>
      <vt:lpstr>الحلقة الرئيسية (Game Loop)</vt:lpstr>
      <vt:lpstr>التصادم مع الأرض</vt:lpstr>
      <vt:lpstr>تنظيف الذاكرة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62</cp:revision>
  <dcterms:created xsi:type="dcterms:W3CDTF">2013-01-27T09:14:16Z</dcterms:created>
  <dcterms:modified xsi:type="dcterms:W3CDTF">2026-02-27T17:50:18Z</dcterms:modified>
  <cp:category/>
</cp:coreProperties>
</file>